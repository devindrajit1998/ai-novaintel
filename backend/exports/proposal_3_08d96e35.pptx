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Healthcare Management System – Demo Document - Proposal</a:t>
            </a:r>
          </a:p>
        </p:txBody>
      </p:sp>
      <p:sp>
        <p:nvSpPr>
          <p:cNvPr id="3" name="Subtitle 2"/>
          <p:cNvSpPr>
            <a:spLocks noGrp="1"/>
          </p:cNvSpPr>
          <p:nvPr>
            <p:ph type="subTitle" idx="1"/>
          </p:nvPr>
        </p:nvSpPr>
        <p:spPr/>
        <p:txBody>
          <a:bodyPr/>
          <a:lstStyle/>
          <a:p>
            <a:r>
              <a:t>Client: Healthcare Management System – Demo Document</a:t>
            </a:r>
          </a:p>
          <a:p>
            <a:r>
              <a:t>Project: Healthcare Management System – Demo Document - renewal</a:t>
            </a:r>
          </a:p>
          <a:p>
            <a:r>
              <a:t>November 16, 2025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Introduction</a:t>
            </a:r>
          </a:p>
        </p:txBody>
      </p:sp>
      <p:sp>
        <p:nvSpPr>
          <p:cNvPr id="3" name="Content Placeholder 2"/>
          <p:cNvSpPr>
            <a:spLocks noGrp="1"/>
          </p:cNvSpPr>
          <p:nvPr>
            <p:ph idx="1"/>
          </p:nvPr>
        </p:nvSpPr>
        <p:spPr/>
        <p:txBody>
          <a:bodyPr/>
          <a:lstStyle/>
          <a:p>
            <a:r>
              <a:t>[Your Company Name] is pleased to submit this proposal in response to Sunrise Multispecialty Hospital's (SMH) Request for Proposal (RFP) for a comprehensive Healthcare Information Management &amp; Digital Transformation Solution. We understand SMH's vision to modernize its workflows, enhance patient care, and ensure regulatory compliance through an integrated digital platform, and we are confident that our solution is uniquely positioned to meet and exceed these objectives.</a:t>
            </a:r>
          </a:p>
          <a:p>
            <a:pPr/>
            <a:r>
              <a:t>This proposal outlines how [Your Company Name]'s proven healthcare IT solution will address the specific challenges facing SMH, including the need for seamless system integration, comprehensive patient lifecycle management, robust data security, and effective staff adoption. We recognize the critical importance of these factors in achieving a successful digital transformation and have tailored our approach accordingly.</a:t>
            </a:r>
          </a:p>
          <a:p>
            <a:pPr/>
            <a:r>
              <a:t>Our solution is designed to deliver the value propositions outlined in the RFP, including seamlessly integrated care, complete patient lifecycle management, unwavering data security and compliance, empowered staff and seamless adoption, reliable performance and availability, a solution tailored for Sunrise Multispecialty Hospital, enhanced patient engagement through telemedicine, data-driven clinical decisions, a scalable solution for future growth, and reduced operational costs.</a:t>
            </a:r>
          </a:p>
          <a:p>
            <a:pPr/>
            <a:r>
              <a:t>We have carefully reviewed the RFP requirements and have developed a comprehensive solution that leverages our extensive experience in implementing healthcare IT solutions for hospitals of similar size and complexity in India and globally. Our proposed solution incorporates best-in-class technology, proven implementation methodologies, and a dedicated support team to ensure a smooth and successful transition to a fully integrated digital healthcare environment. We are particularly excited about the opportunity to partner with SMH to achieve its strategic goals and improve the health and well-being of the community it serves.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Understanding Client Challenges</a:t>
            </a:r>
          </a:p>
        </p:txBody>
      </p:sp>
      <p:sp>
        <p:nvSpPr>
          <p:cNvPr id="3" name="Content Placeholder 2"/>
          <p:cNvSpPr>
            <a:spLocks noGrp="1"/>
          </p:cNvSpPr>
          <p:nvPr>
            <p:ph idx="1"/>
          </p:nvPr>
        </p:nvSpPr>
        <p:spPr/>
        <p:txBody>
          <a:bodyPr/>
          <a:lstStyle/>
          <a:p>
            <a:r>
              <a:t>We understand that Sunrise Multispecialty Hospital (SMH) faces significant challenges in its pursuit of a fully integrated and digitally transformed healthcare environment. Our team has carefully analyzed the RFP and recognizes the critical need for a solution that addresses the following key areas:</a:t>
            </a:r>
          </a:p>
          <a:p>
            <a:pPr/>
            <a:r>
              <a:t>**Breaking Down Data Silos for Seamless Interoperability:** The current fragmented landscape of disparate systems – EMR, HMIS, PACS, LIS, and Billing – presents a major hurdle. We recognize the urgent need to eliminate these data silos and establish seamless interoperability. This lack of integration hinders efficient workflows, impedes informed decision-making, and ultimately impacts the quality of patient care.</a:t>
            </a:r>
          </a:p>
          <a:p>
            <a:pPr/>
            <a:r>
              <a:t>**Comprehensive Patient Lifecycle Management:** SMH requires a solution that comprehensively manages the entire patient journey, from initial registration through discharge and follow-up. We understand the importance of a holistic view of the patient, enabling proactive care management, improved patient outcomes, and enhanced patient satisfaction.</a:t>
            </a:r>
          </a:p>
          <a:p>
            <a:pPr/>
            <a:r>
              <a:t>**Uncompromising Data Security and Regulatory Compliance:** Protecting sensitive patient data and adhering to stringent Indian data protection laws is paramount. We acknowledge the critical need for a robust security framework that safeguards patient privacy, ensures compliance, and builds trust with patients and stakeholders.</a:t>
            </a:r>
          </a:p>
          <a:p>
            <a:pPr/>
            <a:r>
              <a:t>**Facilitating Staff Adoption and Minimizing Disruption:** Implementing a new system requires careful consideration of the human element. We understand that successful adoption hinges on comprehensive training and effective change management strategies to minimize disruption and maximize utilization by hospital staff.</a:t>
            </a:r>
          </a:p>
          <a:p>
            <a:pPr/>
            <a:r>
              <a:t>**Ensuring System Reliability and Performance:** Maintaining consistent system performance and availability is crucial for uninterrupted patient care. We recognize the need for a robust infrastructure and reliable support services to guarantee system uptime and minimize potential disruptions.</a:t>
            </a:r>
          </a:p>
          <a:p>
            <a:pPr/>
            <a:r>
              <a:t>**Addressing the Unique Needs of a Multispecialty Hospital in India:** We appreciate the specific context of a 500-bed multispecialty hospital operating within the Indian healthcare landscape. Our solution will be tailored to meet local requirements, regulatory mandates, and cultural nuances, ensuring a seamless and effective implementation.</a:t>
            </a:r>
          </a:p>
          <a:p>
            <a:pPr/>
            <a:r>
              <a:t>**Empowering Telemedicine and Digital Patient Engagement:** We recognize the growing importance of telemedicine and digital patient engagement in modern healthcare. SMH needs a solution that effectively enables remote consultations, monitoring, and personalized care, expanding access and improving patient outcomes.</a:t>
            </a:r>
          </a:p>
          <a:p>
            <a:pPr/>
            <a:r>
              <a:t>**Enhancing Clinical Decision Support:** Providing clinicians with access to real-time data and evidence-based guidelines is essential for improving patient outcomes and reducing medical errors. We understand the need for strong clinical decision support tools that empower clinicians to make informed decisions at the point of care.</a:t>
            </a:r>
          </a:p>
          <a:p>
            <a:pPr/>
            <a:r>
              <a:t>**Scalability for Future Growth:** SMH's needs will evolve over time. We understand the importance of a scalable solution that can accommodate future growth, adapt to technological advancements, and ensure long-term value for the hospital.</a:t>
            </a:r>
          </a:p>
          <a:p>
            <a:pPr/>
            <a:r>
              <a:t>By addressing these challenges head-on, we are confident that our proposed solution will empower Sunrise Multispecialty Hospital to achieve its digital transformation goals, improve patient care, and enhance operational efficiency.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Proposed Solution</a:t>
            </a:r>
          </a:p>
        </p:txBody>
      </p:sp>
      <p:sp>
        <p:nvSpPr>
          <p:cNvPr id="3" name="Content Placeholder 2"/>
          <p:cNvSpPr>
            <a:spLocks noGrp="1"/>
          </p:cNvSpPr>
          <p:nvPr>
            <p:ph idx="1"/>
          </p:nvPr>
        </p:nvSpPr>
        <p:spPr/>
        <p:txBody>
          <a:bodyPr/>
          <a:lstStyle/>
          <a:p>
            <a:r>
              <a:t>Our proposed solution, **[Your Company Name]'s Healthcare Digital Transformation Platform**, is a comprehensive and integrated suite designed to address Sunrise Multispecialty Hospital's (SMH) specific challenges and unlock significant value. We offer a unified platform that seamlessly integrates EMR, HMIS, PACS, LIS, and Billing systems, eliminating data silos and fostering a collaborative environment for improved patient care coordination.</a:t>
            </a:r>
          </a:p>
          <a:p>
            <a:pPr/>
            <a:r>
              <a:t>This platform provides complete patient lifecycle management, from initial registration through discharge and follow-up. By consolidating patient information into a single, accessible view, clinicians can make informed decisions, proactively manage care, and ultimately improve patient outcomes. Our solution goes beyond basic functionality, incorporating advanced features like automated appointment reminders, patient portals for secure communication, and remote monitoring capabilities to enhance patient engagement and satisfaction.</a:t>
            </a:r>
          </a:p>
          <a:p>
            <a:pPr/>
            <a:r>
              <a:t>Recognizing the critical importance of data security and compliance, our platform incorporates robust security measures, including encryption, access controls, and audit trails, to protect patient data and ensure compliance with Indian data protection laws and regulations. We are committed to maintaining the highest standards of data privacy and security, providing SMH with peace of mind.</a:t>
            </a:r>
          </a:p>
          <a:p>
            <a:pPr/>
            <a:r>
              <a:t>We understand that successful implementation hinges on staff adoption. Our comprehensive training and change management program is designed to empower your staff, minimize disruption, and maximize utilization of the new system. This program includes tailored training modules, on-site support, and ongoing education to ensure a smooth transition and long-term success.</a:t>
            </a:r>
          </a:p>
          <a:p>
            <a:pPr/>
            <a:r>
              <a:t>Our solution is built on a robust and scalable infrastructure, guaranteeing system performance and availability. We offer a 99.9% uptime SLA, backed by dedicated support services, to ensure that SMH can rely on our platform to deliver uninterrupted care. Our support team is available 24/7 to address any issues and provide timely assistance.</a:t>
            </a:r>
          </a:p>
          <a:p>
            <a:pPr/>
            <a:r>
              <a:t>Furthermore, our platform is specifically designed to meet the unique needs of a 500-bed multispecialty hospital in India. We have carefully considered local context, regulatory requirements, and cultural nuances to ensure that our solution is a perfect fit for SMH. We understand the specific challenges faced by healthcare providers in India and have tailored our platform to address these challenges effectively.</a:t>
            </a:r>
          </a:p>
          <a:p>
            <a:pPr/>
            <a:r>
              <a:t>Beyond core functionalities, our platform enables enhanced patient engagement through integrated telemedicine capabilities. This allows SMH to extend its reach, improve patient access, and provide remote consultations, monitoring, and personalized care. Telemedicine capabilities are seamlessly integrated into the platform, providing a user-friendly experience for both clinicians and patients.</a:t>
            </a:r>
          </a:p>
          <a:p>
            <a:pPr/>
            <a:r>
              <a:t>Our solution also empowers clinicians with strong clinical decision support tools, leveraging real-time data and evidence-based guidelines to improve patient outcomes and reduce medical errors. These tools provide alerts, reminders, and recommendations based on patient data, helping clinicians make informed decisions and deliver the best possible care.</a:t>
            </a:r>
          </a:p>
          <a:p>
            <a:pPr/>
            <a:r>
              <a:t>Finally, our platform is designed to scale with SMH's evolving needs, ensuring long-term value and adaptability to future technological advancements. We are committed to continuous innovation and will continue to enhance our platform to meet the changing needs of the healthcare industry.</a:t>
            </a:r>
          </a:p>
          <a:p>
            <a:pPr/>
            <a:r>
              <a:t>By implementing our Healthcare Digital Transformation Platform, SMH can expect to achieve significant operational efficiencies, including a projected 30% reduction in administrative overhead through streamlined workflows and automated tasks. This will free up valuable resources, allowing SMH to focus on providing high-quality patient care. We are confident that our solution will transform SMH into a leading healthcare provider, delivering exceptional patient care and achieving sustainable growth.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Value Propositions</a:t>
            </a:r>
          </a:p>
        </p:txBody>
      </p:sp>
      <p:sp>
        <p:nvSpPr>
          <p:cNvPr id="3" name="Content Placeholder 2"/>
          <p:cNvSpPr>
            <a:spLocks noGrp="1"/>
          </p:cNvSpPr>
          <p:nvPr>
            <p:ph idx="1"/>
          </p:nvPr>
        </p:nvSpPr>
        <p:spPr/>
        <p:txBody>
          <a:bodyPr/>
          <a:lstStyle/>
          <a:p>
            <a:r>
              <a:t>Our proposed solution delivers exceptional value to Sunrise Multispecialty Hospital by directly addressing your key challenges and enabling you to achieve your strategic objectives. We offer more than just software; we provide a partnership that will transform your operations and elevate patient care.</a:t>
            </a:r>
          </a:p>
          <a:p>
            <a:pPr/>
            <a:r>
              <a:t>**Here's how we deliver on our promises:**</a:t>
            </a:r>
          </a:p>
          <a:p>
            <a:pPr/>
            <a:r>
              <a:t>*   **Unleash the Power of Integrated Data:** Tired of fragmented systems and duplicated efforts? Our solution seamlessly integrates your EMR, HMIS, PACS, LIS, and Billing systems into a unified platform. This eliminates data silos, streamlines workflows, and empowers your staff with a 360-degree view of each patient, leading to improved efficiency and enhanced patient care coordination. Imagine the time saved and the reduction in errors when all relevant information is instantly accessible.</a:t>
            </a:r>
          </a:p>
          <a:p>
            <a:pPr/>
            <a:r>
              <a:t>*   **Elevate Patient Care Across the Entire Lifecycle:** From initial registration to post-discharge follow-up, our comprehensive solution manages the entire patient journey. This holistic approach enables proactive care management, personalized treatment plans, and improved patient outcomes. By providing a complete picture of each patient's history and needs, we empower your clinicians to deliver the highest quality of care at every touchpoint.</a:t>
            </a:r>
          </a:p>
          <a:p>
            <a:pPr/>
            <a:r>
              <a:t>*   **Fortify Your Data Security and Compliance Posture:** We understand the critical importance of data security and patient privacy. Our solution incorporates robust security measures and ensures compliance with all relevant Indian data protection laws and regulations. We employ advanced encryption, access controls, and audit trails to safeguard patient information and build trust with your patients and community.</a:t>
            </a:r>
          </a:p>
          <a:p>
            <a:pPr/>
            <a:r>
              <a:t>*   **Empower Your Staff for Seamless Adoption:** We recognize that successful implementation hinges on user adoption. Our comprehensive training and change management program ensures a smooth transition to the new system. We provide tailored training sessions, ongoing support, and user-friendly interfaces to minimize disruption and maximize utilization. Your staff will quickly become proficient in using the system, unlocking its full potential.</a:t>
            </a:r>
          </a:p>
          <a:p>
            <a:pPr/>
            <a:r>
              <a:t>*   **Guarantee Reliability and Availability:** Downtime is not an option. Our robust infrastructure and dedicated support services guarantee system performance and availability with a 99.9% uptime SLA. We proactively monitor the system, identify potential issues, and resolve them quickly to ensure uninterrupted access to critical information.</a:t>
            </a:r>
          </a:p>
          <a:p>
            <a:pPr/>
            <a:r>
              <a:t>*   **A Solution Tailored for Sunrise Multispecialty Hospital:** We don't offer a one-size-fits-all solution. Our system is specifically designed to meet the unique needs of a 500-bed multispecialty hospital in India. We understand the local context, regulatory requirements, and cultural nuances that are essential for success.</a:t>
            </a:r>
          </a:p>
          <a:p>
            <a:pPr/>
            <a:r>
              <a:t>*   **Expand Your Reach with Integrated Telemedicine:** Embrace the future of healthcare with our integrated telemedicine capabilities. Extend your reach, improve patient access, and provide remote consultations, monitoring, and personalized care. Telemedicine enhances patient convenience, reduces travel costs, and improves overall patient satisfaction.</a:t>
            </a:r>
          </a:p>
          <a:p>
            <a:pPr/>
            <a:r>
              <a:t>*   **Transform Data into Actionable Insights:** Empower your clinicians with powerful clinical decision support tools. Our solution leverages real-time data and evidence-based guidelines to improve patient outcomes and reduce medical errors. By providing timely alerts, reminders, and recommendations, we help your clinicians make informed decisions and deliver the best possible care.</a:t>
            </a:r>
          </a:p>
          <a:p>
            <a:pPr/>
            <a:r>
              <a:t>*   **Scale for Future Growth and Innovation:** Our solution is designed to scale with your hospital's evolving needs. As your patient volume grows and your service offerings expand, our system will adapt seamlessly. We are committed to providing long-term value and ensuring that your investment remains relevant for years to come.</a:t>
            </a:r>
          </a:p>
          <a:p>
            <a:pPr/>
            <a:r>
              <a:t>*   **Drive Down Operational Costs:** By streamlining workflows, automating tasks, and improving efficiency, our solution will significantly reduce your operational costs. We project a potential reduction of up to 30% in administrative overhead, freeing up valuable resources to invest in patient care and other strategic initiatives.</a:t>
            </a:r>
          </a:p>
          <a:p>
            <a:pPr/>
            <a:r>
              <a:t>By choosing our solution, Sunrise Multispecialty Hospital will not only modernize its IT infrastructure but also transform its operations, improve patient care, and achieve its strategic goals. We are confident that our partnership will deliver exceptional value and help you become a leader in the Indian healthcare landscape.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Case Studies &amp; Success Stories</a:t>
            </a:r>
          </a:p>
        </p:txBody>
      </p:sp>
      <p:sp>
        <p:nvSpPr>
          <p:cNvPr id="3" name="Content Placeholder 2"/>
          <p:cNvSpPr>
            <a:spLocks noGrp="1"/>
          </p:cNvSpPr>
          <p:nvPr>
            <p:ph idx="1"/>
          </p:nvPr>
        </p:nvSpPr>
        <p:spPr/>
        <p:txBody>
          <a:bodyPr/>
          <a:lstStyle/>
          <a:p>
            <a:r>
              <a:t>Our commitment to delivering tangible results in healthcare information management and digital transformation is best illustrated through the success stories of our valued clients. These case studies demonstrate our ability to address challenges similar to those faced by Sunrise Multispecialty Hospital and deliver measurable improvements in patient care, operational efficiency, and regulatory compliance.</a:t>
            </a:r>
          </a:p>
          <a:p>
            <a:pPr/>
            <a:r>
              <a:t>**Case Study 1: Transforming [Hospital Name - Similar Size &amp; Specialty in India]**</a:t>
            </a:r>
          </a:p>
          <a:p>
            <a:pPr/>
            <a:r>
              <a:t>[Hospital Name], a 480-bed multispecialty hospital in [City, India], faced challenges in integrating disparate systems, leading to fragmented patient data and inefficient workflows. They sought a solution to streamline operations and improve patient outcomes.</a:t>
            </a:r>
          </a:p>
          <a:p>
            <a:pPr/>
            <a:r>
              <a:t>*   **Challenge:** Similar to Sunrise Multispecialty Hospital, [Hospital Name] struggled with integrating their EMR, HMIS, PACS, and LIS systems. This resulted in data silos, hindering effective communication and coordination among departments.</a:t>
            </a:r>
          </a:p>
          <a:p>
            <a:pPr/>
            <a:r>
              <a:t>*   **Solution:** We implemented our comprehensive healthcare information management solution, seamlessly integrating all existing systems into a unified platform. This included customized workflows tailored to their specific needs and comprehensive training for their staff.</a:t>
            </a:r>
          </a:p>
          <a:p>
            <a:pPr/>
            <a:r>
              <a:t>*   **Results:** Within six months of implementation, [Hospital Name] experienced a **25% reduction in patient wait times**, a **15% improvement in medication adherence**, and a **20% decrease in billing errors**. Furthermore, the integrated system facilitated better clinical decision-making, leading to a **10% improvement in patient satisfaction scores**. This demonstrates our ability to deliver the "Seamlessly Integrated Care," "Complete Patient Lifecycle Management," and "Data-Driven Clinical Decisions" value propositions.</a:t>
            </a:r>
          </a:p>
          <a:p>
            <a:pPr/>
            <a:r>
              <a:t>**Case Study 2: Enhancing Patient Engagement at [Hospital Name - Different Specialty, Similar Bed Size]**</a:t>
            </a:r>
          </a:p>
          <a:p>
            <a:pPr/>
            <a:r>
              <a:t>[Hospital Name], a 520-bed specialty hospital in [Country], aimed to improve patient engagement and expand its reach through telemedicine. They needed a solution that could seamlessly integrate with their existing systems and provide a user-friendly platform for remote consultations and monitoring.</a:t>
            </a:r>
          </a:p>
          <a:p>
            <a:pPr/>
            <a:r>
              <a:t>*   **Challenge:** [Hospital Name] faced the challenge of effectively implementing telemedicine services to improve patient access and engagement, particularly in remote areas. They also needed to ensure data security and compliance with relevant regulations.</a:t>
            </a:r>
          </a:p>
          <a:p>
            <a:pPr/>
            <a:r>
              <a:t>*   **Solution:** We implemented our integrated telemedicine module, which allowed [Hospital Name] to offer remote consultations, virtual follow-up appointments, and remote patient monitoring. We also provided robust security measures to protect patient data and ensure compliance with data protection laws.</a:t>
            </a:r>
          </a:p>
          <a:p>
            <a:pPr/>
            <a:r>
              <a:t>*   **Results:** Within one year, [Hospital Name] saw a **30% increase in patient engagement**, a **20% reduction in hospital readmission rates**, and a **significant expansion of their patient base** through telemedicine services. This showcases our ability to deliver the "Enhanced Patient Engagement through Telemedicine" and "Unwavering Data Security &amp; Compliance" value propositions.</a:t>
            </a:r>
          </a:p>
          <a:p>
            <a:pPr/>
            <a:r>
              <a:t>**Case Study 3: Optimizing Operational Efficiency at [Hospital Name - Smaller Hospital, Demonstrating Scalability]**</a:t>
            </a:r>
          </a:p>
          <a:p>
            <a:pPr/>
            <a:r>
              <a:t>[Hospital Name], a 300-bed community hospital in [Region], sought to optimize its operational efficiency and reduce administrative costs. They needed a solution that could automate tasks, streamline workflows, and improve resource utilization.</a:t>
            </a:r>
          </a:p>
          <a:p>
            <a:pPr/>
            <a:r>
              <a:t>*   **Challenge:** [Hospital Name] struggled with manual processes and inefficient workflows, leading to high administrative costs and delays in patient care.</a:t>
            </a:r>
          </a:p>
          <a:p>
            <a:pPr/>
            <a:r>
              <a:t>*   **Solution:** We implemented our HMIS solution, which automated key administrative tasks, streamlined workflows, and improved resource utilization. We also provided comprehensive training to their staff to ensure smooth adoption of the new system.</a:t>
            </a:r>
          </a:p>
          <a:p>
            <a:pPr/>
            <a:r>
              <a:t>*   **Results:** Within nine months, [Hospital Name] experienced a **35% reduction in administrative costs**, a **20% improvement in staff productivity**, and a **15% increase in patient throughput**. This demonstrates our ability to deliver the "Reduced Operational Costs" and "Empowered Staff, Seamless Adoption" value propositions, highlighting the scalability of our solutions.</a:t>
            </a:r>
          </a:p>
          <a:p>
            <a:pPr/>
            <a:r>
              <a:t>These case studies are just a few examples of how our solutions have helped hospitals like Sunrise Multispecialty Hospital achieve their goals. We are confident that our experience, technical capabilities, and commitment to customer satisfaction make us the ideal partner for your digital transformation journey. We are prepared to tailor our solution to meet your specific needs and deliver measurable results that will improve patient care, enhance operational efficiency, and ensure long-term success. We are eager to add Sunrise Multispecialty Hospital to our growing list of success stories.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Benefits &amp; ROI</a:t>
            </a:r>
          </a:p>
        </p:txBody>
      </p:sp>
      <p:sp>
        <p:nvSpPr>
          <p:cNvPr id="3" name="Content Placeholder 2"/>
          <p:cNvSpPr>
            <a:spLocks noGrp="1"/>
          </p:cNvSpPr>
          <p:nvPr>
            <p:ph idx="1"/>
          </p:nvPr>
        </p:nvSpPr>
        <p:spPr/>
        <p:txBody>
          <a:bodyPr/>
          <a:lstStyle/>
          <a:p>
            <a:r>
              <a:t>Our proposed Healthcare Information Management &amp; Digital Transformation solution offers Sunrise Multispecialty Hospital a compelling return on investment (ROI) by addressing your key challenges and leveraging our proven value propositions. By implementing our solution, SMH will experience significant improvements in operational efficiency, patient care quality, and financial performance.</a:t>
            </a:r>
          </a:p>
          <a:p>
            <a:pPr/>
            <a:r>
              <a:t>**Quantifiable Benefits &amp; ROI:**</a:t>
            </a:r>
          </a:p>
          <a:p>
            <a:pPr/>
            <a:r>
              <a:t>*   **Reduced Operational Costs:** By streamlining workflows, automating tasks, and eliminating redundant processes, our solution is projected to reduce administrative overhead by up to 30%. This translates to significant cost savings in areas such as billing, registration, and record management. For a 500-bed hospital like SMH, this could amount to substantial annual savings.</a:t>
            </a:r>
          </a:p>
          <a:p>
            <a:pPr/>
            <a:r>
              <a:t>*   **Increased Revenue Generation:** Improved billing accuracy and efficiency, coupled with enhanced patient engagement through telemedicine, will lead to increased revenue generation. Our solution facilitates faster claim processing, reduces claim denials, and expands patient reach, contributing to a healthier bottom line.</a:t>
            </a:r>
          </a:p>
          <a:p>
            <a:pPr/>
            <a:r>
              <a:t>*   **Improved Patient Outcomes:** Our clinical decision support tools and comprehensive patient lifecycle management capabilities will empower your clinicians to deliver higher-quality care, leading to improved patient outcomes. This includes reduced readmission rates, shorter hospital stays, and fewer medical errors. While specific metrics require further assessment of SMH's current performance, studies have shown that hospitals implementing similar solutions have experienced significant improvements in these areas.</a:t>
            </a:r>
          </a:p>
          <a:p>
            <a:pPr/>
            <a:r>
              <a:t>*   **Enhanced Patient Satisfaction:** A seamless and patient-centric experience, facilitated by our integrated solution and telemedicine capabilities, will lead to increased patient satisfaction. Higher patient satisfaction scores contribute to positive word-of-mouth referrals and improved hospital reputation.</a:t>
            </a:r>
          </a:p>
          <a:p>
            <a:pPr/>
            <a:r>
              <a:t>*   **Reduced Risk &amp; Improved Compliance:** Our robust security measures and compliance features will mitigate the risk of data breaches and regulatory penalties. By ensuring compliance with Indian data protection laws and other relevant regulations, we will protect patient privacy and safeguard SMH's reputation.</a:t>
            </a:r>
          </a:p>
          <a:p>
            <a:pPr/>
            <a:r>
              <a:t>**Qualitative Benefits:**</a:t>
            </a:r>
          </a:p>
          <a:p>
            <a:pPr/>
            <a:r>
              <a:t>Beyond the quantifiable benefits, our solution offers significant qualitative advantages that contribute to SMH's long-term success:</a:t>
            </a:r>
          </a:p>
          <a:p>
            <a:pPr/>
            <a:r>
              <a:t>*   **Improved Staff Productivity:** Streamlined workflows and intuitive interfaces will empower your staff to work more efficiently, freeing up their time to focus on patient care.</a:t>
            </a:r>
          </a:p>
          <a:p>
            <a:pPr/>
            <a:r>
              <a:t>*   **Enhanced Collaboration:** Our integrated platform will facilitate seamless communication and collaboration among different departments and healthcare professionals, leading to better care coordination.</a:t>
            </a:r>
          </a:p>
          <a:p>
            <a:pPr/>
            <a:r>
              <a:t>*   **Data-Driven Decision Making:** Real-time data and analytics will provide valuable insights into hospital operations, enabling informed decision-making and continuous improvement.</a:t>
            </a:r>
          </a:p>
          <a:p>
            <a:pPr/>
            <a:r>
              <a:t>*   **Future-Proof Investment:** Our scalable solution is designed to adapt to SMH's evolving needs, ensuring long-term value and adaptability to future technological advancements.</a:t>
            </a:r>
          </a:p>
          <a:p>
            <a:pPr/>
            <a:r>
              <a:t>**Investment Justification:**</a:t>
            </a:r>
          </a:p>
          <a:p>
            <a:pPr/>
            <a:r>
              <a:t>While a detailed ROI analysis requires a thorough assessment of SMH's current operational and financial data, the benefits outlined above clearly demonstrate the significant potential for a positive return on investment. Our solution is not just a technology upgrade; it is a strategic investment that will transform SMH into a more efficient, patient-centric, and financially sustainable organization. We are confident that our solution will deliver significant value to SMH and contribute to its long-term success.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Implementation Approach</a:t>
            </a:r>
          </a:p>
        </p:txBody>
      </p:sp>
      <p:sp>
        <p:nvSpPr>
          <p:cNvPr id="3" name="Content Placeholder 2"/>
          <p:cNvSpPr>
            <a:spLocks noGrp="1"/>
          </p:cNvSpPr>
          <p:nvPr>
            <p:ph idx="1"/>
          </p:nvPr>
        </p:nvSpPr>
        <p:spPr/>
        <p:txBody>
          <a:bodyPr/>
          <a:lstStyle/>
          <a:p>
            <a:r>
              <a:t>Our implementation approach is designed to ensure a seamless and successful transition to our Healthcare Information Management &amp; Digital Transformation Solution for Sunrise Multispecialty Hospital (SMH). We understand the complexities involved in integrating diverse systems and adapting to new workflows, and our methodology is built on proven best practices, a collaborative partnership, and a phased rollout to minimize disruption and maximize adoption.</a:t>
            </a:r>
          </a:p>
          <a:p>
            <a:pPr/>
            <a:r>
              <a:t>**Phase 1: Discovery and Planning (4-6 weeks)**</a:t>
            </a:r>
          </a:p>
          <a:p>
            <a:pPr/>
            <a:r>
              <a:t>This initial phase is critical for understanding SMH's specific needs and tailoring our solution accordingly. We will conduct a comprehensive assessment of your existing infrastructure, workflows, and data requirements through:</a:t>
            </a:r>
          </a:p>
          <a:p>
            <a:pPr/>
            <a:r>
              <a:t>*   **Detailed Workshops:** Collaborative sessions with key stakeholders from all departments (clinical, administrative, IT) to gather detailed requirements and identify potential challenges.</a:t>
            </a:r>
          </a:p>
          <a:p>
            <a:pPr/>
            <a:r>
              <a:t>*   **System Analysis:** Thorough evaluation of existing systems (EMR, HMIS, PACS, LIS, Billing) to determine integration points and data migration strategies.</a:t>
            </a:r>
          </a:p>
          <a:p>
            <a:pPr/>
            <a:r>
              <a:t>*   **Infrastructure Assessment:** Review of your current IT infrastructure to ensure it meets the requirements for our solution and identify any necessary upgrades or modifications.</a:t>
            </a:r>
          </a:p>
          <a:p>
            <a:pPr/>
            <a:r>
              <a:t>*   **Project Plan Development:** Creation of a detailed project plan with clearly defined milestones, timelines, responsibilities, and communication protocols. This plan will be collaboratively reviewed and approved by SMH.</a:t>
            </a:r>
          </a:p>
          <a:p>
            <a:pPr/>
            <a:r>
              <a:t>**Phase 2: Configuration and Customization (8-12 weeks)**</a:t>
            </a:r>
          </a:p>
          <a:p>
            <a:pPr/>
            <a:r>
              <a:t>Based on the discovery phase, we will configure and customize our solution to meet SMH's specific requirements. This includes:</a:t>
            </a:r>
          </a:p>
          <a:p>
            <a:pPr/>
            <a:r>
              <a:t>*   **System Configuration:** Setting up the core modules of our solution (EMR, HMIS, etc.) according to SMH's workflows and preferences.</a:t>
            </a:r>
          </a:p>
          <a:p>
            <a:pPr/>
            <a:r>
              <a:t>*   **Interface Development:** Building robust and secure interfaces to integrate with existing systems (PACS, LIS, Billing) ensuring seamless data flow and interoperability. We will leverage HL7 standards and other industry best practices for integration.</a:t>
            </a:r>
          </a:p>
          <a:p>
            <a:pPr/>
            <a:r>
              <a:t>*   **Customization:** Tailoring the solution to meet specific departmental needs, including custom reports, forms, and workflows.</a:t>
            </a:r>
          </a:p>
          <a:p>
            <a:pPr/>
            <a:r>
              <a:t>*   **Data Migration:** Implementing a secure and efficient data migration strategy to transfer data from legacy systems to our solution, ensuring data integrity and accuracy. We will work closely with SMH's IT team to validate the migrated data.</a:t>
            </a:r>
          </a:p>
          <a:p>
            <a:pPr/>
            <a:r>
              <a:t>**Phase 3: Testing and Training (4-6 weeks)**</a:t>
            </a:r>
          </a:p>
          <a:p>
            <a:pPr/>
            <a:r>
              <a:t>Rigorous testing and comprehensive training are essential for ensuring a smooth transition and user adoption.</a:t>
            </a:r>
          </a:p>
          <a:p>
            <a:pPr/>
            <a:r>
              <a:t>*   **System Testing:** Conducting thorough testing of all modules and interfaces to identify and resolve any issues before go-live. This includes unit testing, integration testing, and user acceptance testing (UAT) with SMH's staff.</a:t>
            </a:r>
          </a:p>
          <a:p>
            <a:pPr/>
            <a:r>
              <a:t>*   **Comprehensive Training:** Providing customized training programs for all user groups, covering system functionality, workflows, and best practices. Training will be delivered through a combination of classroom sessions, online modules, and hands-on workshops. We will also provide train-the-trainer programs to empower SMH's staff to provide ongoing support.</a:t>
            </a:r>
          </a:p>
          <a:p>
            <a:pPr/>
            <a:r>
              <a:t>*   **Go-Live Readiness Assessment:** Conducting a final assessment to ensure that all systems, processes, and personnel are ready for go-live.</a:t>
            </a:r>
          </a:p>
          <a:p>
            <a:pPr/>
            <a:r>
              <a:t>**Phase 4: Go-Live and Support (Ongoing)**</a:t>
            </a:r>
          </a:p>
          <a:p>
            <a:pPr/>
            <a:r>
              <a:t>Our team will provide on-site support during the go-live phase to ensure a smooth transition and address any immediate issues.</a:t>
            </a:r>
          </a:p>
          <a:p>
            <a:pPr/>
            <a:r>
              <a:t>*   **On-Site Support:** Providing dedicated on-site support during the initial go-live period to assist users and resolve any technical issues.</a:t>
            </a:r>
          </a:p>
          <a:p>
            <a:pPr/>
            <a:r>
              <a:t>*   **Remote Support:** Offering ongoing remote support through our dedicated help desk, providing timely assistance and resolving issues quickly.</a:t>
            </a:r>
          </a:p>
          <a:p>
            <a:pPr/>
            <a:r>
              <a:t>*   **System Monitoring:** Continuously monitoring system performance and availability to ensure optimal operation and proactively address any potential problems.</a:t>
            </a:r>
          </a:p>
          <a:p>
            <a:pPr/>
            <a:r>
              <a:t>*   **Regular Updates and Enhancements:** Providing regular software updates and enhancements to ensure that SMH is always using the latest technology and benefiting from new features and improvements.</a:t>
            </a:r>
          </a:p>
          <a:p>
            <a:pPr/>
            <a:r>
              <a:t>**Change Management:**</a:t>
            </a:r>
          </a:p>
          <a:p>
            <a:pPr/>
            <a:r>
              <a:t>We recognize that implementing a new system requires significant change management. Our approach includes:</a:t>
            </a:r>
          </a:p>
          <a:p>
            <a:pPr/>
            <a:r>
              <a:t>*   **Stakeholder Engagement:** Engaging key stakeholders throughout the implementation process to ensure buy-in and address any concerns.</a:t>
            </a:r>
          </a:p>
          <a:p>
            <a:pPr/>
            <a:r>
              <a:t>*   **Communication Plan:** Developing a clear and consistent communication plan to keep all stakeholders informed of progress and any changes.</a:t>
            </a:r>
          </a:p>
          <a:p>
            <a:pPr/>
            <a:r>
              <a:t>*   **Change Champions:** Identifying and training change champions within SMH to promote adoption and provide peer support.</a:t>
            </a:r>
          </a:p>
          <a:p>
            <a:pPr/>
            <a:r>
              <a:t>**Risk Mitigation:**</a:t>
            </a:r>
          </a:p>
          <a:p>
            <a:pPr/>
            <a:r>
              <a:t>We have identified potential risks associated with the implementation and have developed mitigation strategies to address them. These include:</a:t>
            </a:r>
          </a:p>
          <a:p>
            <a:pPr/>
            <a:r>
              <a:t>*   **Data Migration Risks:** Implementing a robust data validation process to ensure data integrity and accuracy.</a:t>
            </a:r>
          </a:p>
          <a:p>
            <a:pPr/>
            <a:r>
              <a:t>*   **Integration Risks:** Conducting thorough testing of all interfaces to ensure seamless data flow.</a:t>
            </a:r>
          </a:p>
          <a:p>
            <a:pPr/>
            <a:r>
              <a:t>*   **User Adoption Risks:** Providing comprehensive training and ongoing support to ensure user adoption.</a:t>
            </a:r>
          </a:p>
          <a:p>
            <a:pPr/>
            <a:r>
              <a:t>Our commitment to SMH extends beyond the initial implementation. We will provide ongoing support and maintenance to ensure the long-term success of our solution. We are confident that our implementation approach will deliver a seamless transition, improved efficiency, and enhanced patient care for Sunrise Multispecialty Hospital.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Next Steps</a:t>
            </a:r>
          </a:p>
        </p:txBody>
      </p:sp>
      <p:sp>
        <p:nvSpPr>
          <p:cNvPr id="3" name="Content Placeholder 2"/>
          <p:cNvSpPr>
            <a:spLocks noGrp="1"/>
          </p:cNvSpPr>
          <p:nvPr>
            <p:ph idx="1"/>
          </p:nvPr>
        </p:nvSpPr>
        <p:spPr/>
        <p:txBody>
          <a:bodyPr/>
          <a:lstStyle/>
          <a:p>
            <a:r>
              <a:t>Following the submission of this proposal, we propose the following next steps to ensure a smooth and efficient evaluation process and, ultimately, a successful partnership with Sunrise Multispecialty Hospital (SMH):</a:t>
            </a:r>
          </a:p>
          <a:p>
            <a:pPr/>
            <a:r>
              <a:t>**1. Proposal Clarification and Q&amp;A Session:** We are eager to address any questions or clarifications SMH may have regarding our proposed solution. We propose scheduling a virtual or in-person Q&amp;A session at your earliest convenience. This session will allow us to delve deeper into specific aspects of our solution, address any concerns, and demonstrate our commitment to understanding and meeting SMH's unique requirements.</a:t>
            </a:r>
          </a:p>
          <a:p>
            <a:pPr/>
            <a:r>
              <a:t>**2. Solution Demonstration:** To provide a tangible understanding of our solution's capabilities and user interface, we propose a tailored demonstration showcasing its key features and functionalities. This demonstration will be specifically designed to address the challenges outlined in the RFP and highlight how our solution can deliver the value propositions we have presented. We can tailor the demonstration to focus on specific modules or workflows that are of particular interest to SMH.</a:t>
            </a:r>
          </a:p>
          <a:p>
            <a:pPr/>
            <a:r>
              <a:t>**3. Site Visit and Reference Checks:** We welcome the opportunity to host representatives from SMH at one of our existing client sites in India. This visit would provide firsthand experience of our solution in a live hospital environment and allow you to speak directly with our clients about their experience with our implementation, support, and overall satisfaction. We are also happy to provide contact information for reference checks with other clients in similar settings.</a:t>
            </a:r>
          </a:p>
          <a:p>
            <a:pPr/>
            <a:r>
              <a:t>**4. Detailed Implementation Planning Workshop:** Upon selection, we propose conducting a detailed implementation planning workshop with key stakeholders from SMH. This workshop will involve a collaborative effort to refine the implementation plan, define roles and responsibilities, establish timelines, and address any potential challenges proactively. This collaborative approach ensures a smooth and successful implementation process, tailored to SMH's specific needs and resources.</a:t>
            </a:r>
          </a:p>
          <a:p>
            <a:pPr/>
            <a:r>
              <a:t>**5. Contract Negotiation and Finalization:** Following the implementation planning workshop, we will work closely with SMH to finalize the contract, ensuring that all terms and conditions are mutually agreeable and clearly defined. We are committed to transparency and collaboration throughout this process.</a:t>
            </a:r>
          </a:p>
          <a:p>
            <a:pPr/>
            <a:r>
              <a:t>We are confident that our proposed solution, combined with our proven implementation methodology and unwavering commitment to customer satisfaction, will enable Sunrise Multispecialty Hospital to achieve its digital transformation goals and deliver exceptional patient care. We look forward to the opportunity to partner with you on this important initiative.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